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EEFA"/>
    <a:srgbClr val="00758F"/>
    <a:srgbClr val="F29111"/>
    <a:srgbClr val="043B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75" d="100"/>
          <a:sy n="75" d="100"/>
        </p:scale>
        <p:origin x="1051" y="-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3DA123-D171-4E3E-9947-1D56828940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9EE3D44-AF8F-4F5C-B621-537CB11C1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1C9047-1AA3-48E4-97BD-9A6C5727D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D40FE-5097-4996-A4B3-6C0E52E55BA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D22711-F512-440B-B7F2-E0F3A7E12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84A7BD-C5D8-430F-BE4D-19976E091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CA970-265F-43F8-A876-A0DFBBBF9E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111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D2CE84-2807-4C7D-AE5B-18B3AC6FE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18854B-0661-4849-AE09-63D704C1D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C23A05-9215-4217-96A3-E0593BFD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D40FE-5097-4996-A4B3-6C0E52E55BA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86DAD2-79F3-49D3-8755-E25F97314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A521A5-87CB-4133-B8A5-E04832EB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CA970-265F-43F8-A876-A0DFBBBF9E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392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C8F79E-D0C3-4250-9E24-FB9D626F5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13E938-B763-4915-8104-6B599A2C2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C83ECC-E517-43C6-96D6-7793F41D2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D40FE-5097-4996-A4B3-6C0E52E55BA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E157BF-A38C-4CF7-83F8-48905E4D0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F9D427-C6EE-4031-A5A3-4B0B2F44D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CA970-265F-43F8-A876-A0DFBBBF9E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7490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6D307D-5D01-49CD-A3BE-65534414C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BAD9D3-8D6F-40EF-BCE2-086BAD2200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B69FA6D-A2BB-4615-B92A-4BA7AEDAA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9CA877A-A5AF-4AEE-A3EC-AAFC992FF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D40FE-5097-4996-A4B3-6C0E52E55BA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F8C94C-43AB-4597-AB69-621A75975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1EECEBB-DE06-4424-8DC1-1DD319F5E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CA970-265F-43F8-A876-A0DFBBBF9E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6125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D9CA83-F28B-4F95-8A99-54ACAD1AA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1A20D94-CD2A-4979-B02D-2241F3DAA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4305590-93FD-42C3-9B78-0DB3F5B82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24A2320-320F-46B4-9E48-CE688BCD3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9AE8075-C7EF-4FC3-B303-C94833154F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AAB31D-CFA4-4FE4-9CD0-9542E2C6B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D40FE-5097-4996-A4B3-6C0E52E55BA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39CD924-08DD-4C7A-BE8A-C5948A1B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F3A46E8-0986-4BA9-862F-612A19E73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CA970-265F-43F8-A876-A0DFBBBF9E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8210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D65AE4-C98A-405B-B281-D886DF361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AC071FA-6F21-43DB-9E86-AAE13FE37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D40FE-5097-4996-A4B3-6C0E52E55BA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2748ACE-1E48-49AE-9D13-070611417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9165BE1-AA3A-4010-B21B-74D361462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CA970-265F-43F8-A876-A0DFBBBF9E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4101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B6C3DD8-EC26-4715-A096-87CFF4EE3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D40FE-5097-4996-A4B3-6C0E52E55BA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2E35EF5-6FA6-47A7-A494-2FFB8F18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42444A-E742-485A-A316-7D2F9EAA6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CA970-265F-43F8-A876-A0DFBBBF9E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8669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6D6389-A01D-4F54-8101-66FAD1C8A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9AB906-7B04-423A-80B1-8B3A02267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01CADD-8640-4D5A-B3CF-50D7363D5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9A7B0EE-D641-42FB-96AB-266578771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D40FE-5097-4996-A4B3-6C0E52E55BA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56CEE39-49E2-4E2A-AF10-12852A517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D997AE-3811-4110-A879-4D9A7F644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CA970-265F-43F8-A876-A0DFBBBF9E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06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DCEB87-76F0-442F-807F-0D8708E73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B93385C-79A7-4F9D-A9F4-69C2147BD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E35EDF8-A3F5-4D3A-9D91-29F633887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95666AD-31AB-48D9-91FA-8874F37A1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D40FE-5097-4996-A4B3-6C0E52E55BA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6979812-2867-40D8-A7B1-C38D2D781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C59F3B2-FC7B-4E0A-B4E5-637DD6AC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CA970-265F-43F8-A876-A0DFBBBF9E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934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B7E0B2-B6F1-4B8F-ADA6-A49265F4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72259CE-4F68-4F87-851E-A7F8C1F84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F020D9-F1D7-4DCF-9B32-544BE4D81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D40FE-5097-4996-A4B3-6C0E52E55BA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3099E4-7611-4B1C-B903-C40228717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84E0405-FBD8-4C49-9442-DFC69F725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CA970-265F-43F8-A876-A0DFBBBF9E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4968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B0E87F3-FF38-49B9-B46F-3884FF6118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4E5E5C9-83C0-406A-8F8B-B6D330AF7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EB5F65-0A82-48F9-9352-E64B7BE86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D40FE-5097-4996-A4B3-6C0E52E55BA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66E82F-C4A1-4A54-8482-DAF09DB96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05104E-2454-49AF-853A-EB95F572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CA970-265F-43F8-A876-A0DFBBBF9E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9077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070D881-A729-4A45-9772-D9EE8E8B0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92BF0B-F481-43EF-94F4-BC4D7B6DA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543746-953B-4E28-8929-936D3E3AE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D40FE-5097-4996-A4B3-6C0E52E55BAA}" type="datetimeFigureOut">
              <a:rPr lang="fr-FR" smtClean="0"/>
              <a:t>25/11/2025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AF5FBB-51C1-4011-834F-DBAD11BC0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4051C9-71DD-4AAC-9799-E2DCCA5E5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CA970-265F-43F8-A876-A0DFBBBF9E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5976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47C48B-F6D9-412A-A765-13ABDF039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0575" y="1019176"/>
            <a:ext cx="10658475" cy="2619374"/>
          </a:xfrm>
        </p:spPr>
        <p:txBody>
          <a:bodyPr>
            <a:normAutofit/>
          </a:bodyPr>
          <a:lstStyle/>
          <a:p>
            <a:r>
              <a:rPr lang="en-US" b="1" dirty="0" err="1"/>
              <a:t>Quarkus</a:t>
            </a:r>
            <a:r>
              <a:rPr lang="en-US" b="1" dirty="0"/>
              <a:t> :</a:t>
            </a:r>
            <a:r>
              <a:rPr lang="en-US" dirty="0"/>
              <a:t>The Next Generation of Cloud Native Applications </a:t>
            </a:r>
            <a:br>
              <a:rPr lang="en-US" dirty="0"/>
            </a:br>
            <a:endParaRPr lang="fr-FR" b="1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09498EE-DD39-42A6-A1CE-8576CB04D2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16463"/>
            <a:ext cx="9144000" cy="1655762"/>
          </a:xfrm>
        </p:spPr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A69E6C4-B1BB-4243-9FF6-9216ADE6C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325" y="2827020"/>
            <a:ext cx="742950" cy="74295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96173C5-2413-4A1F-9F57-68D0EA9251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225" y="2967990"/>
            <a:ext cx="3009900" cy="601980"/>
          </a:xfrm>
          <a:prstGeom prst="rect">
            <a:avLst/>
          </a:prstGeom>
        </p:spPr>
      </p:pic>
      <p:sp>
        <p:nvSpPr>
          <p:cNvPr id="10" name="Organigramme : Connecteur 9">
            <a:extLst>
              <a:ext uri="{FF2B5EF4-FFF2-40B4-BE49-F238E27FC236}">
                <a16:creationId xmlns:a16="http://schemas.microsoft.com/office/drawing/2014/main" id="{8CFB60AB-FDEC-4955-B16A-A172649908B1}"/>
              </a:ext>
            </a:extLst>
          </p:cNvPr>
          <p:cNvSpPr/>
          <p:nvPr/>
        </p:nvSpPr>
        <p:spPr>
          <a:xfrm>
            <a:off x="10763250" y="5438775"/>
            <a:ext cx="1800225" cy="1866900"/>
          </a:xfrm>
          <a:prstGeom prst="flowChartConnector">
            <a:avLst/>
          </a:prstGeom>
          <a:solidFill>
            <a:srgbClr val="F29111"/>
          </a:solidFill>
          <a:ln>
            <a:solidFill>
              <a:srgbClr val="F29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9B1BD3D-3CE4-4905-8318-E67D2A292A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6162" y="5680495"/>
            <a:ext cx="914400" cy="110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926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rganigramme : Connecteur 5">
            <a:extLst>
              <a:ext uri="{FF2B5EF4-FFF2-40B4-BE49-F238E27FC236}">
                <a16:creationId xmlns:a16="http://schemas.microsoft.com/office/drawing/2014/main" id="{0E23E2A0-FB32-4DFB-B459-9C8E67617356}"/>
              </a:ext>
            </a:extLst>
          </p:cNvPr>
          <p:cNvSpPr/>
          <p:nvPr/>
        </p:nvSpPr>
        <p:spPr>
          <a:xfrm>
            <a:off x="4521012" y="2150874"/>
            <a:ext cx="3132043" cy="1655763"/>
          </a:xfrm>
          <a:prstGeom prst="flowChartConnector">
            <a:avLst/>
          </a:prstGeom>
          <a:solidFill>
            <a:srgbClr val="F2911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Calibri Light (En-têtes)"/>
              </a:rPr>
              <a:t>Agenda</a:t>
            </a:r>
            <a:endParaRPr lang="fr-FR" sz="3000" dirty="0">
              <a:latin typeface="Calibri Light (En-têtes)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B80AA96F-724F-4A8B-B488-AA49BED7C617}"/>
              </a:ext>
            </a:extLst>
          </p:cNvPr>
          <p:cNvSpPr/>
          <p:nvPr/>
        </p:nvSpPr>
        <p:spPr>
          <a:xfrm>
            <a:off x="818590" y="682227"/>
            <a:ext cx="3711388" cy="824753"/>
          </a:xfrm>
          <a:prstGeom prst="roundRect">
            <a:avLst/>
          </a:prstGeom>
          <a:solidFill>
            <a:srgbClr val="00758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1-Introduction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4E0AD6E4-4991-41A9-8C2E-FC537B97135C}"/>
              </a:ext>
            </a:extLst>
          </p:cNvPr>
          <p:cNvSpPr/>
          <p:nvPr/>
        </p:nvSpPr>
        <p:spPr>
          <a:xfrm>
            <a:off x="255953" y="3806637"/>
            <a:ext cx="3711388" cy="824753"/>
          </a:xfrm>
          <a:prstGeom prst="roundRect">
            <a:avLst/>
          </a:prstGeom>
          <a:solidFill>
            <a:srgbClr val="00758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r>
              <a:rPr lang="fr-FR" dirty="0"/>
              <a:t>-</a:t>
            </a:r>
            <a:r>
              <a:rPr lang="fr-FR" dirty="0" err="1"/>
              <a:t>Context</a:t>
            </a:r>
            <a:endParaRPr lang="fr-FR" dirty="0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BB5DD5FD-8171-4799-AD5C-02BA8483E9A7}"/>
              </a:ext>
            </a:extLst>
          </p:cNvPr>
          <p:cNvSpPr/>
          <p:nvPr/>
        </p:nvSpPr>
        <p:spPr>
          <a:xfrm>
            <a:off x="7662021" y="682227"/>
            <a:ext cx="3711388" cy="824753"/>
          </a:xfrm>
          <a:prstGeom prst="roundRect">
            <a:avLst/>
          </a:prstGeom>
          <a:solidFill>
            <a:srgbClr val="00758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3-Architecture &amp; </a:t>
            </a:r>
            <a:r>
              <a:rPr lang="fr-FR" dirty="0" err="1"/>
              <a:t>GraalVM</a:t>
            </a:r>
            <a:endParaRPr lang="fr-FR" dirty="0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0A7094F9-0DFE-4651-88D7-46762AD582D4}"/>
              </a:ext>
            </a:extLst>
          </p:cNvPr>
          <p:cNvSpPr/>
          <p:nvPr/>
        </p:nvSpPr>
        <p:spPr>
          <a:xfrm>
            <a:off x="8283388" y="3622255"/>
            <a:ext cx="3711388" cy="824753"/>
          </a:xfrm>
          <a:prstGeom prst="roundRect">
            <a:avLst/>
          </a:prstGeom>
          <a:solidFill>
            <a:srgbClr val="00758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4-Demonstration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C843967-C0B2-4B86-BC0C-8F410011EF58}"/>
              </a:ext>
            </a:extLst>
          </p:cNvPr>
          <p:cNvSpPr/>
          <p:nvPr/>
        </p:nvSpPr>
        <p:spPr>
          <a:xfrm>
            <a:off x="4231339" y="5351018"/>
            <a:ext cx="3711388" cy="824753"/>
          </a:xfrm>
          <a:prstGeom prst="roundRect">
            <a:avLst/>
          </a:prstGeom>
          <a:solidFill>
            <a:srgbClr val="00758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5-Conclusion</a:t>
            </a:r>
          </a:p>
        </p:txBody>
      </p:sp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6B07D6FB-910E-402F-AEC3-73F016BD50B2}"/>
              </a:ext>
            </a:extLst>
          </p:cNvPr>
          <p:cNvSpPr/>
          <p:nvPr/>
        </p:nvSpPr>
        <p:spPr>
          <a:xfrm>
            <a:off x="11247345" y="5875082"/>
            <a:ext cx="1276350" cy="1374401"/>
          </a:xfrm>
          <a:prstGeom prst="flowChartConnector">
            <a:avLst/>
          </a:prstGeom>
          <a:solidFill>
            <a:srgbClr val="F29111"/>
          </a:solidFill>
          <a:ln>
            <a:solidFill>
              <a:srgbClr val="F29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solidFill>
                  <a:schemeClr val="tx1"/>
                </a:solidFill>
              </a:rPr>
              <a:t>2</a:t>
            </a:r>
            <a:endParaRPr lang="fr-FR" sz="2600" dirty="0">
              <a:solidFill>
                <a:schemeClr val="tx1"/>
              </a:solidFill>
            </a:endParaRPr>
          </a:p>
        </p:txBody>
      </p:sp>
      <p:cxnSp>
        <p:nvCxnSpPr>
          <p:cNvPr id="19" name="Connecteur : en angle 18">
            <a:extLst>
              <a:ext uri="{FF2B5EF4-FFF2-40B4-BE49-F238E27FC236}">
                <a16:creationId xmlns:a16="http://schemas.microsoft.com/office/drawing/2014/main" id="{1D540CA9-F910-468C-9B59-14FFF7B2DE8C}"/>
              </a:ext>
            </a:extLst>
          </p:cNvPr>
          <p:cNvCxnSpPr>
            <a:cxnSpLocks/>
            <a:stCxn id="6" idx="1"/>
            <a:endCxn id="8" idx="3"/>
          </p:cNvCxnSpPr>
          <p:nvPr/>
        </p:nvCxnSpPr>
        <p:spPr>
          <a:xfrm rot="16200000" flipV="1">
            <a:off x="4105459" y="1519124"/>
            <a:ext cx="1298751" cy="44971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 : en angle 20">
            <a:extLst>
              <a:ext uri="{FF2B5EF4-FFF2-40B4-BE49-F238E27FC236}">
                <a16:creationId xmlns:a16="http://schemas.microsoft.com/office/drawing/2014/main" id="{E3DE706D-4EB2-4C0B-AC85-A46437BD7D43}"/>
              </a:ext>
            </a:extLst>
          </p:cNvPr>
          <p:cNvCxnSpPr>
            <a:cxnSpLocks/>
            <a:stCxn id="6" idx="7"/>
            <a:endCxn id="12" idx="1"/>
          </p:cNvCxnSpPr>
          <p:nvPr/>
        </p:nvCxnSpPr>
        <p:spPr>
          <a:xfrm rot="5400000" flipH="1" flipV="1">
            <a:off x="6778824" y="1510159"/>
            <a:ext cx="1298751" cy="4676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 : en angle 23">
            <a:extLst>
              <a:ext uri="{FF2B5EF4-FFF2-40B4-BE49-F238E27FC236}">
                <a16:creationId xmlns:a16="http://schemas.microsoft.com/office/drawing/2014/main" id="{38E1D875-773F-4E04-9924-B630E73D0A7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783307" y="1514641"/>
            <a:ext cx="1298751" cy="45867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 : en angle 24">
            <a:extLst>
              <a:ext uri="{FF2B5EF4-FFF2-40B4-BE49-F238E27FC236}">
                <a16:creationId xmlns:a16="http://schemas.microsoft.com/office/drawing/2014/main" id="{37AF62AC-6D7E-4A02-B1C0-D678188C19CC}"/>
              </a:ext>
            </a:extLst>
          </p:cNvPr>
          <p:cNvCxnSpPr>
            <a:cxnSpLocks/>
            <a:stCxn id="6" idx="5"/>
            <a:endCxn id="13" idx="1"/>
          </p:cNvCxnSpPr>
          <p:nvPr/>
        </p:nvCxnSpPr>
        <p:spPr>
          <a:xfrm rot="16200000" flipH="1">
            <a:off x="7503645" y="3254889"/>
            <a:ext cx="470476" cy="108901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 : en angle 27">
            <a:extLst>
              <a:ext uri="{FF2B5EF4-FFF2-40B4-BE49-F238E27FC236}">
                <a16:creationId xmlns:a16="http://schemas.microsoft.com/office/drawing/2014/main" id="{2B2A8CCE-E46C-482C-B3E3-430CF61861A8}"/>
              </a:ext>
            </a:extLst>
          </p:cNvPr>
          <p:cNvCxnSpPr>
            <a:cxnSpLocks/>
            <a:stCxn id="6" idx="3"/>
            <a:endCxn id="11" idx="3"/>
          </p:cNvCxnSpPr>
          <p:nvPr/>
        </p:nvCxnSpPr>
        <p:spPr>
          <a:xfrm rot="5400000">
            <a:off x="4146086" y="3385411"/>
            <a:ext cx="654858" cy="101234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 : en angle 38">
            <a:extLst>
              <a:ext uri="{FF2B5EF4-FFF2-40B4-BE49-F238E27FC236}">
                <a16:creationId xmlns:a16="http://schemas.microsoft.com/office/drawing/2014/main" id="{39E92DCD-88B2-404E-8FF6-711A07F12A3E}"/>
              </a:ext>
            </a:extLst>
          </p:cNvPr>
          <p:cNvCxnSpPr>
            <a:cxnSpLocks/>
            <a:stCxn id="6" idx="4"/>
            <a:endCxn id="14" idx="0"/>
          </p:cNvCxnSpPr>
          <p:nvPr/>
        </p:nvCxnSpPr>
        <p:spPr>
          <a:xfrm rot="5400000">
            <a:off x="5314844" y="4578827"/>
            <a:ext cx="1544381" cy="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996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DB36E0-36D0-42E4-A99B-A890AE59DA82}"/>
              </a:ext>
            </a:extLst>
          </p:cNvPr>
          <p:cNvSpPr/>
          <p:nvPr/>
        </p:nvSpPr>
        <p:spPr>
          <a:xfrm rot="19246830">
            <a:off x="-2082800" y="-1219201"/>
            <a:ext cx="5080000" cy="2946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7B45BD-CA7C-4730-9377-860EF51930A6}"/>
              </a:ext>
            </a:extLst>
          </p:cNvPr>
          <p:cNvSpPr/>
          <p:nvPr/>
        </p:nvSpPr>
        <p:spPr>
          <a:xfrm rot="19246830">
            <a:off x="-1499686" y="-1076559"/>
            <a:ext cx="4437613" cy="241914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334674-4C1A-4671-8B93-BF22A378C965}"/>
              </a:ext>
            </a:extLst>
          </p:cNvPr>
          <p:cNvSpPr/>
          <p:nvPr/>
        </p:nvSpPr>
        <p:spPr>
          <a:xfrm rot="19246830">
            <a:off x="-939723" y="-669693"/>
            <a:ext cx="2532315" cy="1339386"/>
          </a:xfrm>
          <a:prstGeom prst="rect">
            <a:avLst/>
          </a:prstGeom>
          <a:solidFill>
            <a:srgbClr val="D5EEFA"/>
          </a:solidFill>
          <a:ln>
            <a:solidFill>
              <a:srgbClr val="D5EE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2D25C298-4126-4C3A-9C0A-4D1224518E03}"/>
              </a:ext>
            </a:extLst>
          </p:cNvPr>
          <p:cNvSpPr txBox="1">
            <a:spLocks/>
          </p:cNvSpPr>
          <p:nvPr/>
        </p:nvSpPr>
        <p:spPr>
          <a:xfrm>
            <a:off x="942975" y="1171576"/>
            <a:ext cx="10658475" cy="26193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Problem ?</a:t>
            </a: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B0769C-E299-4CCB-8F47-CE14E14BCC51}"/>
              </a:ext>
            </a:extLst>
          </p:cNvPr>
          <p:cNvSpPr/>
          <p:nvPr/>
        </p:nvSpPr>
        <p:spPr>
          <a:xfrm rot="19261423">
            <a:off x="9113683" y="5165731"/>
            <a:ext cx="4632960" cy="2387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2C9C27-87E2-4691-9C99-399513005BBD}"/>
              </a:ext>
            </a:extLst>
          </p:cNvPr>
          <p:cNvSpPr/>
          <p:nvPr/>
        </p:nvSpPr>
        <p:spPr>
          <a:xfrm rot="19261423">
            <a:off x="9577689" y="5581164"/>
            <a:ext cx="4047522" cy="1556735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Organigramme : Connecteur 26">
            <a:extLst>
              <a:ext uri="{FF2B5EF4-FFF2-40B4-BE49-F238E27FC236}">
                <a16:creationId xmlns:a16="http://schemas.microsoft.com/office/drawing/2014/main" id="{476A4A7D-1C81-4691-94C3-942E1C3AF509}"/>
              </a:ext>
            </a:extLst>
          </p:cNvPr>
          <p:cNvSpPr/>
          <p:nvPr/>
        </p:nvSpPr>
        <p:spPr>
          <a:xfrm>
            <a:off x="11247345" y="5875082"/>
            <a:ext cx="1276350" cy="1374401"/>
          </a:xfrm>
          <a:prstGeom prst="flowChartConnector">
            <a:avLst/>
          </a:prstGeom>
          <a:solidFill>
            <a:srgbClr val="F29111"/>
          </a:solidFill>
          <a:ln>
            <a:solidFill>
              <a:srgbClr val="F29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solidFill>
                  <a:schemeClr val="tx1"/>
                </a:solidFill>
              </a:rPr>
              <a:t>3</a:t>
            </a:r>
            <a:endParaRPr lang="fr-FR" sz="2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998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EE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DB36E0-36D0-42E4-A99B-A890AE59DA82}"/>
              </a:ext>
            </a:extLst>
          </p:cNvPr>
          <p:cNvSpPr/>
          <p:nvPr/>
        </p:nvSpPr>
        <p:spPr>
          <a:xfrm rot="19246830">
            <a:off x="-2082800" y="-1219201"/>
            <a:ext cx="5080000" cy="2946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7B45BD-CA7C-4730-9377-860EF51930A6}"/>
              </a:ext>
            </a:extLst>
          </p:cNvPr>
          <p:cNvSpPr/>
          <p:nvPr/>
        </p:nvSpPr>
        <p:spPr>
          <a:xfrm rot="19246830">
            <a:off x="-1499686" y="-1076559"/>
            <a:ext cx="4437613" cy="241914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334674-4C1A-4671-8B93-BF22A378C965}"/>
              </a:ext>
            </a:extLst>
          </p:cNvPr>
          <p:cNvSpPr/>
          <p:nvPr/>
        </p:nvSpPr>
        <p:spPr>
          <a:xfrm rot="19246830">
            <a:off x="-939723" y="-669693"/>
            <a:ext cx="2532315" cy="1339386"/>
          </a:xfrm>
          <a:prstGeom prst="rect">
            <a:avLst/>
          </a:prstGeom>
          <a:solidFill>
            <a:srgbClr val="D5EEFA"/>
          </a:solidFill>
          <a:ln>
            <a:solidFill>
              <a:srgbClr val="D5EE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itre 1">
            <a:extLst>
              <a:ext uri="{FF2B5EF4-FFF2-40B4-BE49-F238E27FC236}">
                <a16:creationId xmlns:a16="http://schemas.microsoft.com/office/drawing/2014/main" id="{2D25C298-4126-4C3A-9C0A-4D1224518E03}"/>
              </a:ext>
            </a:extLst>
          </p:cNvPr>
          <p:cNvSpPr txBox="1">
            <a:spLocks/>
          </p:cNvSpPr>
          <p:nvPr/>
        </p:nvSpPr>
        <p:spPr>
          <a:xfrm>
            <a:off x="942975" y="1171576"/>
            <a:ext cx="10658475" cy="26193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Solution</a:t>
            </a: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B0769C-E299-4CCB-8F47-CE14E14BCC51}"/>
              </a:ext>
            </a:extLst>
          </p:cNvPr>
          <p:cNvSpPr/>
          <p:nvPr/>
        </p:nvSpPr>
        <p:spPr>
          <a:xfrm rot="19261423">
            <a:off x="9113683" y="5165731"/>
            <a:ext cx="4632960" cy="2387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2C9C27-87E2-4691-9C99-399513005BBD}"/>
              </a:ext>
            </a:extLst>
          </p:cNvPr>
          <p:cNvSpPr/>
          <p:nvPr/>
        </p:nvSpPr>
        <p:spPr>
          <a:xfrm rot="19261423">
            <a:off x="9577689" y="5581164"/>
            <a:ext cx="4047522" cy="1556735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Organigramme : Connecteur 26">
            <a:extLst>
              <a:ext uri="{FF2B5EF4-FFF2-40B4-BE49-F238E27FC236}">
                <a16:creationId xmlns:a16="http://schemas.microsoft.com/office/drawing/2014/main" id="{476A4A7D-1C81-4691-94C3-942E1C3AF509}"/>
              </a:ext>
            </a:extLst>
          </p:cNvPr>
          <p:cNvSpPr/>
          <p:nvPr/>
        </p:nvSpPr>
        <p:spPr>
          <a:xfrm>
            <a:off x="11247345" y="5875082"/>
            <a:ext cx="1276350" cy="1374401"/>
          </a:xfrm>
          <a:prstGeom prst="flowChartConnector">
            <a:avLst/>
          </a:prstGeom>
          <a:solidFill>
            <a:srgbClr val="F29111"/>
          </a:solidFill>
          <a:ln>
            <a:solidFill>
              <a:srgbClr val="F291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>
                <a:solidFill>
                  <a:schemeClr val="tx1"/>
                </a:solidFill>
              </a:rPr>
              <a:t>3</a:t>
            </a:r>
            <a:endParaRPr lang="fr-FR" sz="2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41780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24</Words>
  <Application>Microsoft Office PowerPoint</Application>
  <PresentationFormat>Grand écran</PresentationFormat>
  <Paragraphs>12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Calibri Light (En-têtes)</vt:lpstr>
      <vt:lpstr>Thème Office</vt:lpstr>
      <vt:lpstr>Quarkus :The Next Generation of Cloud Native Applications  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Next Generation of Cloud Native Applications – Quarkus</dc:title>
  <dc:creator>GoPc</dc:creator>
  <cp:lastModifiedBy>GoPc</cp:lastModifiedBy>
  <cp:revision>7</cp:revision>
  <dcterms:created xsi:type="dcterms:W3CDTF">2025-11-25T10:41:11Z</dcterms:created>
  <dcterms:modified xsi:type="dcterms:W3CDTF">2025-11-25T11:45:06Z</dcterms:modified>
</cp:coreProperties>
</file>